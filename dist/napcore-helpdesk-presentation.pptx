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NAPCORE Helpdesk: Trusted FAQ + RAG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Draft</a:t>
            </a:r>
            <a:br/>
            <a:br/>
            <a:r>
              <a:rPr/>
              <a:t>NAPCORE Helpdesk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Need a trustworthy helpdesk for multimodal standards implementation.</a:t>
            </a:r>
          </a:p>
          <a:p>
            <a:pPr lvl="0"/>
            <a:r>
              <a:rPr/>
              <a:t>Main risk is hallucinated or uncited AI guidance.</a:t>
            </a:r>
          </a:p>
          <a:p>
            <a:pPr lvl="0"/>
            <a:r>
              <a:rPr/>
              <a:t>Goal is grounded answers with traceable references.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 Context (C4 Level 1)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Five stakeholder groups share one helpdesk interface:</a:t>
            </a:r>
          </a:p>
          <a:p>
            <a:pPr lvl="0"/>
            <a:r>
              <a:rPr/>
              <a:t>PTO (Public Transport Operator) — responsible for daily service delivery</a:t>
            </a:r>
          </a:p>
          <a:p>
            <a:pPr lvl="0"/>
            <a:r>
              <a:rPr/>
              <a:t>PTA (Public Transport Authority) — sets policy and compliance standards</a:t>
            </a:r>
          </a:p>
          <a:p>
            <a:pPr lvl="0"/>
            <a:r>
              <a:rPr/>
              <a:t>Developer — implements integrations and APIs</a:t>
            </a:r>
          </a:p>
          <a:p>
            <a:pPr lvl="0"/>
            <a:r>
              <a:rPr/>
              <a:t>ITS System Integrator — connects helpdesk to broader mobility ecosystem</a:t>
            </a:r>
          </a:p>
          <a:p>
            <a:pPr lvl="0"/>
            <a:r>
              <a:rPr/>
              <a:t>Ticketing Agent — manages passenger-facing systems</a:t>
            </a:r>
          </a:p>
          <a:p>
            <a:pPr lvl="0" indent="0" marL="0">
              <a:buNone/>
            </a:pPr>
            <a:r>
              <a:rPr b="1"/>
              <a:t>External systems:</a:t>
            </a:r>
          </a:p>
          <a:p>
            <a:pPr lvl="0"/>
            <a:r>
              <a:rPr/>
              <a:t>Approved GitHub repositories (NeTEx-CEN/NeTEx) — knowledge source</a:t>
            </a:r>
          </a:p>
          <a:p>
            <a:pPr lvl="0"/>
            <a:r>
              <a:rPr/>
              <a:t>LLM provider — grounded generation only; no unconstrained model memory</a:t>
            </a:r>
          </a:p>
          <a:p>
            <a:pPr lvl="0" indent="0" marL="0">
              <a:buNone/>
            </a:pPr>
            <a:r>
              <a:rPr b="1"/>
              <a:t>Key architectural constraint:</a:t>
            </a:r>
          </a:p>
          <a:p>
            <a:pPr lvl="0"/>
            <a:r>
              <a:rPr/>
              <a:t>All answers sourced from approved repositories only.</a:t>
            </a:r>
          </a:p>
          <a:p>
            <a:pPr lvl="0"/>
            <a:r>
              <a:rPr/>
              <a:t>If evidence is insufficient, the system abstains rather than speculating.</a:t>
            </a:r>
          </a:p>
        </p:txBody>
      </p:sp>
      <p:pic>
        <p:nvPicPr>
          <p:cNvPr descr="docs/architecture/c4-system-contex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27500" y="203200"/>
            <a:ext cx="3987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C4 System Context Diagram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Standards: Transmodel, NeTEx, SIRI, OJP/OpRa, DATEX II.</a:t>
            </a:r>
          </a:p>
          <a:p>
            <a:pPr lvl="0"/>
            <a:r>
              <a:rPr/>
              <a:t>Priority source: NeTEx-CEN/NeTEx and approved companion repositories.</a:t>
            </a:r>
          </a:p>
          <a:p>
            <a:pPr lvl="0"/>
            <a:r>
              <a:rPr/>
              <a:t>User channel: GUI-based technical Q and 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FAQ-first with RAG fallback.</a:t>
            </a:r>
            <a:r>
              <a:rPr baseline="30000">
                <a:hlinkClick r:id="rId2" action="ppaction://hlinksldjump"/>
              </a:rPr>
              <a:t>1</a:t>
            </a:r>
          </a:p>
          <a:p>
            <a:pPr lvl="0"/>
            <a:r>
              <a:rPr/>
              <a:t>FAQ-first: return approved canonical answers when confidence is high.</a:t>
            </a:r>
          </a:p>
          <a:p>
            <a:pPr lvl="0"/>
            <a:r>
              <a:rPr/>
              <a:t>RAG fallback: retrieve source chunks then generate grounded answer.</a:t>
            </a:r>
          </a:p>
          <a:p>
            <a:pPr lvl="0"/>
            <a:r>
              <a:rPr/>
              <a:t>If evidence is insufficient, abstain explicitly.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Trust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Repository allowlist enforces knowledge boundary.</a:t>
            </a:r>
          </a:p>
          <a:p>
            <a:pPr lvl="0"/>
            <a:r>
              <a:rPr/>
              <a:t>Generation limited to retrieved evidence.</a:t>
            </a:r>
          </a:p>
          <a:p>
            <a:pPr lvl="0"/>
            <a:r>
              <a:rPr/>
              <a:t>Citation gate blocks uncited publication.</a:t>
            </a:r>
          </a:p>
          <a:p>
            <a:pPr lvl="0"/>
            <a:r>
              <a:rPr/>
              <a:t>Editorial gate enforces draft, review, approve, publish states.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Requirements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FR-001: developer question answering in GUI.</a:t>
            </a:r>
          </a:p>
          <a:p>
            <a:pPr lvl="0"/>
            <a:r>
              <a:rPr/>
              <a:t>FR-004: ingestion and indexing of approved GitHub sources.</a:t>
            </a:r>
          </a:p>
          <a:p>
            <a:pPr lvl="0"/>
            <a:r>
              <a:rPr/>
              <a:t>FR-005: retrieval and grounded generation.</a:t>
            </a:r>
          </a:p>
          <a:p>
            <a:pPr lvl="0"/>
            <a:r>
              <a:rPr/>
              <a:t>FR-006: anti-hallucination and boundary enforcement.</a:t>
            </a:r>
          </a:p>
          <a:p>
            <a:pPr lvl="0"/>
            <a:r>
              <a:rPr/>
              <a:t>FR-002 and FR-003: editorial curation and FAQ promotion.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 governance: approved_repositories -&gt; source_documents -&gt; source_chunks.</a:t>
            </a:r>
          </a:p>
          <a:p>
            <a:pPr lvl="0"/>
            <a:r>
              <a:rPr/>
              <a:t>FAQ lifecycle: faq_entries -&gt; faq_versions -&gt; review_events.</a:t>
            </a:r>
          </a:p>
          <a:p>
            <a:pPr lvl="0"/>
            <a:r>
              <a:rPr/>
              <a:t>Runtime telemetry: question_events -&gt; retrieval_events.</a:t>
            </a:r>
          </a:p>
          <a:p>
            <a:pPr lvl="0"/>
            <a:r>
              <a:rPr/>
              <a:t>Evidence mapping: answer_evidence_links ties answers to source chunks.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Hallucinations Are Prevented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Only approved repositories are retrievable.</a:t>
            </a:r>
          </a:p>
          <a:p>
            <a:pPr lvl="0"/>
            <a:r>
              <a:rPr/>
              <a:t>Unsupported claims fail citation and support checks.</a:t>
            </a:r>
          </a:p>
          <a:p>
            <a:pPr lvl="0"/>
            <a:r>
              <a:rPr/>
              <a:t>Evidence links provide claim-to-source traceability.</a:t>
            </a:r>
          </a:p>
          <a:p>
            <a:pPr lvl="0"/>
            <a:r>
              <a:rPr/>
              <a:t>Unknown questions produce abstention, not speculation.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Experience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User submits question in GUI.</a:t>
            </a:r>
          </a:p>
          <a:p>
            <a:pPr lvl="0"/>
            <a:r>
              <a:rPr/>
              <a:t>System attempts FAQ match first.</a:t>
            </a:r>
          </a:p>
          <a:p>
            <a:pPr lvl="0"/>
            <a:r>
              <a:rPr/>
              <a:t>On miss or low confidence, system executes RAG retrieval plus generation.</a:t>
            </a:r>
          </a:p>
          <a:p>
            <a:pPr lvl="0"/>
            <a:r>
              <a:rPr/>
              <a:t>Response includes references and confidence signal.</a:t>
            </a:r>
          </a:p>
          <a:p>
            <a:pPr lvl="0"/>
            <a:r>
              <a:rPr/>
              <a:t>Feedback is captured for continuous improvement.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Operations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Reviewer decisions are logged and auditable.</a:t>
            </a:r>
          </a:p>
          <a:p>
            <a:pPr lvl="0"/>
            <a:r>
              <a:rPr/>
              <a:t>Editorial operations run through Django Admin.</a:t>
            </a:r>
          </a:p>
          <a:p>
            <a:pPr lvl="0"/>
            <a:r>
              <a:rPr/>
              <a:t>Recurring intents are promoted into curated FAQ backlog.</a:t>
            </a:r>
          </a:p>
          <a:p>
            <a:pPr lvl="0"/>
            <a:r>
              <a:rPr/>
              <a:t>Re-indexing handles source and standards updates.</a:t>
            </a:r>
          </a:p>
          <a:p>
            <a:pPr lvl="0"/>
            <a:r>
              <a:rPr/>
              <a:t>Metrics monitor quality and safety continuously.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MVP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Citation coverage for published FAQs: 100%.</a:t>
            </a:r>
          </a:p>
          <a:p>
            <a:pPr lvl="0"/>
            <a:r>
              <a:rPr/>
              <a:t>Unsupported-claim publication rate: 0%.</a:t>
            </a:r>
          </a:p>
          <a:p>
            <a:pPr lvl="0"/>
            <a:r>
              <a:rPr/>
              <a:t>P95 latency: &lt;= 8 seconds.</a:t>
            </a:r>
          </a:p>
          <a:p>
            <a:pPr lvl="0"/>
            <a:r>
              <a:rPr/>
              <a:t>Retrieval success on covered intents: &gt;= 90%.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Functional requirements document.</a:t>
            </a:r>
          </a:p>
          <a:p>
            <a:pPr lvl="0"/>
            <a:r>
              <a:rPr/>
              <a:t>RAG architecture and database logic documents.</a:t>
            </a:r>
          </a:p>
          <a:p>
            <a:pPr lvl="0"/>
            <a:r>
              <a:rPr/>
              <a:t>Technology baseline: Django 5 + DRF + Django Admin + Celery/Redis.</a:t>
            </a:r>
          </a:p>
          <a:p>
            <a:pPr lvl="0"/>
            <a:r>
              <a:rPr/>
              <a:t>PlantUML database model and SQL migration.</a:t>
            </a:r>
          </a:p>
          <a:p>
            <a:pPr lvl="0"/>
            <a:r>
              <a:rPr/>
              <a:t>Diagram render target for reproducible outputs.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Finalize repository allowlist and ingestion profile.</a:t>
            </a:r>
          </a:p>
          <a:p>
            <a:pPr lvl="0" indent="-342900" marL="342900">
              <a:buAutoNum type="arabicPeriod"/>
            </a:pPr>
            <a:r>
              <a:rPr/>
              <a:t>Implement Django/DRF orchestration API for FAQ-first plus RAG fallback.</a:t>
            </a:r>
          </a:p>
          <a:p>
            <a:pPr lvl="0" indent="-342900" marL="342900">
              <a:buAutoNum type="arabicPeriod"/>
            </a:pPr>
            <a:r>
              <a:rPr/>
              <a:t>Configure Django Admin editorial workflow and publication gates.</a:t>
            </a:r>
          </a:p>
          <a:p>
            <a:pPr lvl="0" indent="-342900" marL="342900">
              <a:buAutoNum type="arabicPeriod"/>
            </a:pPr>
            <a:r>
              <a:rPr/>
              <a:t>Run pilot validation against KPI targets.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to use NeTEx for exchanging a timetable?</a:t>
            </a:r>
          </a:p>
          <a:p>
            <a:pPr lvl="0"/>
            <a:r>
              <a:rPr/>
              <a:t>How to implement IDs for a Stop Place registry?</a:t>
            </a:r>
          </a:p>
          <a:p>
            <a:pPr lvl="0" indent="0" marL="0">
              <a:buNone/>
            </a:pPr>
            <a:r>
              <a:rPr/>
              <a:t>Expected outputs: - practical implementation guidance, - explicit citations, - abstention where evidence is insufficient.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RAG fallback means that when no high-confidence FAQ answer is available, the system retrieves relevant source chunks and then generates an answer grounded in that retrieved evidence.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NAPCORE Helpdesk: Trusted FAQ + RAG Architecture</dc:title>
  <dc:creator>NAPCORE Helpdesk Team</dc:creator>
  <cp:keywords/>
  <dcterms:created xsi:type="dcterms:W3CDTF">2026-03-28T17:31:02Z</dcterms:created>
  <dcterms:modified xsi:type="dcterms:W3CDTF">2026-03-28T17:31:02Z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rlinks">
    <vt:lpwstr>True</vt:lpwstr>
  </property>
  <property fmtid="{D5CDD505-2E9C-101B-9397-08002B2CF9AE}" pid="3" name="date">
    <vt:lpwstr>2026-03-28</vt:lpwstr>
  </property>
  <property fmtid="{D5CDD505-2E9C-101B-9397-08002B2CF9AE}" pid="4" name="subtitle">
    <vt:lpwstr>Presentation Draft</vt:lpwstr>
  </property>
</Properties>
</file>